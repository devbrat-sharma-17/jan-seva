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97946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462022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128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&lt;SIH018&gt;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Smart Civic Issue Reporting Platform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&lt;Enter Team ID&gt;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Future Minds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773" y="1375349"/>
            <a:ext cx="12191999" cy="3662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click a photo of a civic issue (pothole, garbage, broken streetlight, water leak), and submit it with auto-captured GPS location and a short description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AI/Computer Vision auto-classifies the issue type and severity, then routes it to the correct department via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API - no more guessing "which department to contact“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scoring, AI duplicate detection (50 reports of one pothole become 1 ticket), live tracking for citizens,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and auto-escalation if unresolved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Future Minds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33945" y="74641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1965143"/>
            <a:ext cx="10972799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Mobile: Flutter/React Native | Backend: Node.js/Python | AI/CV: TensorFlow (CNN image classification) | DB: PostgreSQL+PostGIS | GIS: Google Maps API | Cloud: AWS/Azure | Govt department APIs for routing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submits photo+location -&gt; AI classifies issue -&gt; GIS maps it to the right department -&gt; duplicate reports auto-merged -&gt; priority score assigned -&gt; routed to department dashboard -&gt; citizen tracks status -&gt; auto-escalation if unresolved past SLA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Future Minds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2543" y="58181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970315"/>
            <a:ext cx="10820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 feasible - built on proven technologies (mobile apps, cloud, GPS, image classification); most municipal bodies already have digital grievance systems to integrate with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standard APIs across departments; low digital literacy; AI misclassification of blurry photos; poor connectivity in rural areas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Strategies: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partner with e-Governance teams for a common API standard, add multilingual/voice reporting, retrain AI on flagged errors, and support offline capture with auto-sync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Future Minds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83933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166257"/>
            <a:ext cx="109728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single, simple channel for citizens to report any civic issue instead of navigating multiple departments; faster resolution builds trust in local governance; staff get an organized, prioritized dashboard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Social: civic participation &amp; accountability | Economic: lower repair costs, no duplicate work orders | Environmental: faster cleanup | Governance: data on recurring problem zones for planning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Future Minds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9773" y="118030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895599"/>
            <a:ext cx="10972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Swachhata App &amp; PGPortal (Govt of India) | FixMyStreet (UK), SeeClickFix (USA) - global civic-reporting models | CNN-based research on infrastructure defect detection (potholes, garbage) | Digital India e-Governance API guidelines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Future Minds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7497</TotalTime>
  <Words>472</Words>
  <Application>Microsoft Office PowerPoint</Application>
  <PresentationFormat>Widescreen</PresentationFormat>
  <Paragraphs>57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Devbrat Sharma</cp:lastModifiedBy>
  <cp:revision>151</cp:revision>
  <dcterms:created xsi:type="dcterms:W3CDTF">2013-12-12T18:46:50Z</dcterms:created>
  <dcterms:modified xsi:type="dcterms:W3CDTF">2026-08-24T16:14:15Z</dcterms:modified>
  <cp:category/>
</cp:coreProperties>
</file>